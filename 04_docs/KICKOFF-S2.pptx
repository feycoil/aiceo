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unifie</a:t>
            </a:r>
            <a:endParaRPr lang="en-US" sz="4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flux matin/soir</a:t>
            </a:r>
            <a:endParaRPr lang="en-US" sz="4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taches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19 mai 2026  -  09:00</a:t>
            </a:r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semaines  -  10 jours ouvres</a:t>
            </a:r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22,1 k EUR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 -  fusion app-web + MVP  -  GO ExCom internalise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Fey  -  CEO ETIC Services / pilote aiCEO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on en 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trajectoire v0.5 et la place de S2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2C7A2C"/>
          </a:solidFill>
          <a:ln w="12700">
            <a:solidFill>
              <a:srgbClr val="2C7A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25/04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745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745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19/05 - 01/06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biz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02/06 - 15/06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16/06 - 29/06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Durcissement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30/06 - 06/07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60920" y="18288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Scellement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6092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07/07 - 14/07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14600" y="2880360"/>
            <a:ext cx="0" cy="22860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etes ici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livres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= backend stable SQLite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29184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depenses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4434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= dogfood CEO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k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12648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enveloppe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4434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ExCom acte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S2 - aiCEO v0.5  |  Kickoff 19/05/2026  |  2/12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livre - retro express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stable, tag v0.5-s1 pose le 25/04 - quatre points cles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37160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node:sqlite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1737360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reussi de better-sqlite3 vers node:sqlite (Node 22.5+). Zero dep native, schema 13 tables, migrations + seed.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731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10912" y="137160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tests verts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10912" y="1737360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sur tous les CRUD critiques + isolation via AICEO_DB_OVERRIDE. CI GitHub Actions verte.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92608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Migrate-from-appweb partiel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" y="3291840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migration localStorage -&gt; SQLite operationnel sur tasks et projects. A finaliser en S2 (decisions + contacts).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926080"/>
            <a:ext cx="73152" cy="1371600"/>
          </a:xfrm>
          <a:prstGeom prst="rect">
            <a:avLst/>
          </a:prstGeom>
          <a:solidFill>
            <a:srgbClr val="2C7A2C"/>
          </a:solidFill>
          <a:ln/>
        </p:spPr>
      </p:sp>
      <p:sp>
        <p:nvSpPr>
          <p:cNvPr id="14" name="Text 12"/>
          <p:cNvSpPr/>
          <p:nvPr/>
        </p:nvSpPr>
        <p:spPr>
          <a:xfrm>
            <a:off x="5010912" y="292608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Dogfood CEO valide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10912" y="3291840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backend est utilise quotidiennement par Major Fey depuis le 22/04. 0 incident bloquant sur 4 jours.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S2 - aiCEO v0.5  |  Kickoff 19/05/2026  |  3/12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S2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Migrer </a:t>
            </a:r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cockpit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 les endpoints API SQLite, et stabiliser les </a:t>
            </a:r>
            <a:pPr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matin et soir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backend.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08660" y="36118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F163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74620" y="36118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F163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462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arbitrage.html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40580" y="36118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F163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058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evening.html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06540" y="36118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F163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654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taches.html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4 pages fonctionnelles a localhost:3001  -  zero localStorage applicatif  -  flux matin/soir stables 3 jours consecutifs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S2 - aiCEO v0.5  |  Kickoff 19/05/2026  |  4/12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Perimetre - 4 pages migrees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taches.html absorbe depuis S3 (gain S1 dogfood). Plan B disponible si derive.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unifie : intention + Big Rocks + compteurs + alertes.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: GET /api/cockpit/today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arbitrage.html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matin : 3 colonnes drag &amp; drop + commit. Cascades taches/delegations.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: POST /api/arbitrage/start, /commit, GET /today, /history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3756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evening.html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soir : recap + humeur + top-3-demain. Streak engine en backend.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: POST /api/evening/start, /commit, GET /today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8EF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33756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C7A2C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TACHES (absorbe S3)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taches.html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4632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+ matrice Eisenhower 2x2 + quick-add. Filtres projet/statut/quadrant.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: GET/POST/PATCH/DELETE /api/tasks (+ toggle, defer)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S2 - aiCEO v0.5  |  Kickoff 19/05/2026  |  5/12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issues GitHub a ouvrir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19,5 j-dev sur 20 j-dev capacite. S2.10 spike compressible si retard.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400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457200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325880"/>
            <a:ext cx="91440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325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1325880"/>
            <a:ext cx="82296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3258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1325880"/>
            <a:ext cx="128016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13258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18488"/>
            <a:ext cx="64008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184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7280" y="1618488"/>
            <a:ext cx="45720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618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GET /api/cockpit/today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1618488"/>
            <a:ext cx="9144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1618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j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1618488"/>
            <a:ext cx="8229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618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1618488"/>
            <a:ext cx="12801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6184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1911096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9110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97280" y="1911096"/>
            <a:ext cx="4572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19110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index.html -&gt;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0" y="1911096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19110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j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1911096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9110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06640" y="1911096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1911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203704"/>
            <a:ext cx="64008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2037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7280" y="2203704"/>
            <a:ext cx="45720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22037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arbitrage.html -&gt; API + drag&amp;drop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0" y="2203704"/>
            <a:ext cx="9144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22037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j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0" y="2203704"/>
            <a:ext cx="8229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2037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06640" y="2203704"/>
            <a:ext cx="12801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22037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2496312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2496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97280" y="2496312"/>
            <a:ext cx="4572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88720" y="2496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evening.html -&gt; API + streak engine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69280" y="2496312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0" y="2496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j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83680" y="2496312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24963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06640" y="2496312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24963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2788920"/>
            <a:ext cx="64008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2788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97280" y="2788920"/>
            <a:ext cx="45720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88720" y="2788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taches.html -&gt; API + Eisenhower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69280" y="2788920"/>
            <a:ext cx="9144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j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583680" y="2788920"/>
            <a:ext cx="8229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0" y="2788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406640" y="2788920"/>
            <a:ext cx="12801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06640" y="2788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S2.06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3081528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30815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S2.06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097280" y="3081528"/>
            <a:ext cx="4572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88720" y="3081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Migrate-from-appweb.js complet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669280" y="3081528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0" y="3081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j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583680" y="3081528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83680" y="30815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406640" y="3081528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06640" y="3081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7200" y="3374136"/>
            <a:ext cx="64008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33741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S2.07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097280" y="3374136"/>
            <a:ext cx="45720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88720" y="33741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Playwright e2e (3 specs)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669280" y="3374136"/>
            <a:ext cx="9144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69280" y="33741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j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583680" y="3374136"/>
            <a:ext cx="8229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83680" y="33741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406640" y="3374136"/>
            <a:ext cx="12801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06640" y="33741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S2.03-05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7200" y="3666744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" y="366674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S2.08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097280" y="3666744"/>
            <a:ext cx="4572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88720" y="36667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extensions (&gt;= 30 verts)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669280" y="3666744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69280" y="36667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 j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583680" y="3666744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83680" y="36667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406640" y="3666744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06640" y="36667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57200" y="3959352"/>
            <a:ext cx="64008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7200" y="39593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S2.09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097280" y="3959352"/>
            <a:ext cx="45720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188720" y="39593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API + onboarding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669280" y="3959352"/>
            <a:ext cx="91440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669280" y="39593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j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583680" y="3959352"/>
            <a:ext cx="8229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83680" y="39593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7406640" y="3959352"/>
            <a:ext cx="1280160" cy="292608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406640" y="39593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57200" y="4251960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7200" y="42519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S2.10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1097280" y="4251960"/>
            <a:ext cx="4572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188720" y="4251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WebSocket (preparation S4)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669280" y="4251960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669280" y="4251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j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583680" y="4251960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583680" y="4251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406640" y="4251960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406640" y="4251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S2 - aiCEO v0.5  |  Kickoff 19/05/2026  |  6/12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- 10 jours ouvres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09:00 (15 min). Demos vendredis 16:00. Mid-sprint check ExCom mer 28/05.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554480" y="1417320"/>
            <a:ext cx="0" cy="320040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896" y="1316736"/>
            <a:ext cx="201168" cy="201168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19/05  Lun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280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+ branche release/v0.5-s2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81328" y="16997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35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20/05  Mar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63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S2.01 + S2.03 demarrent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81328" y="20553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91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21/05  Mer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991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S2.06 (migration) + sync 14:00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81328" y="24109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46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22/05  Jeu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346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S2.02 + spike WebSocket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53896" y="2739136"/>
            <a:ext cx="201168" cy="201168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02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23/05  Ven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2702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intermediaire 16:00 + retro mini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81328" y="31221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58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26/05  Lun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058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S2.04 + S2.05 demarrent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81328" y="34777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413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27/05  Mar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3413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S2.07 (tests e2e)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53896" y="3805936"/>
            <a:ext cx="201168" cy="201168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69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28/05  Mer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3769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check ExCom (15 min)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81328" y="418896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124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29/05  Jeu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4124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S2.08 + S2.09 stabilisation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453896" y="4517136"/>
            <a:ext cx="201168" cy="201168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30/05  Ven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0" y="4480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FINALE 16:00 + retro 30 min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1417320"/>
            <a:ext cx="1005840" cy="142240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1417320"/>
            <a:ext cx="100584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80960" y="3195320"/>
            <a:ext cx="1005840" cy="177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0" y="3195320"/>
            <a:ext cx="100584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S2 - aiCEO v0.5  |  Kickoff 19/05/2026  |  7/12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Criteres de fin de sprint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v0.5-s2 lundi 02/06 si les 10 criteres sont verts.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71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accessibles a localhost:3001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localStorage applicatif (UI prefs ok)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03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matin stable 3 jours consecutifs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soir stable 3 jours consecutifs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834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taches via API (toggle, defer, delete)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371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Eisenhower OK (drag entre quadrants)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78308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localStorage -&gt; SQLite sans perte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14884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103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Playwright e2e : 3 specs vertes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5146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&gt;= 30 verts (vs 23 en S1)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88036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834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GitHub Actions verte (lint+unit+e2e+audit)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collective vendredi 30/05 16:00 en demo finale, devant equipe + Major Fey + 1 invite ExCom.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nombre de cases cochees / 10. Tag v0.5-s2 si score &gt;= 9/10 + ADR risques residuels.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S2 - aiCEO v0.5  |  Kickoff 19/05/2026  |  8/12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top 5 + plan 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risque a un declencheur identifie et un plan B explicite.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1371600"/>
            <a:ext cx="27432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1371600"/>
            <a:ext cx="9144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27432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1371600"/>
            <a:ext cx="17373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Declencheur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169164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Densification taches.html absorbe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691640"/>
            <a:ext cx="9144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Re-decaler taches.html en S3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1691640"/>
            <a:ext cx="173736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&gt;= 1 j vendredi 23/05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194560"/>
            <a:ext cx="548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5840" y="21945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Drag&amp;drop natif insuffisant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219456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2194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1945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Vendoré SortableJS (7 ko gzip)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219456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&gt; 4h jeudi 21/05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697480"/>
            <a:ext cx="54864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" y="269748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shape app-web vs MVP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2697480"/>
            <a:ext cx="9144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2697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69748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check-migration.js bloquant + fixture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06640" y="2697480"/>
            <a:ext cx="173736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check-migration rouge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200400"/>
            <a:ext cx="548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200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05840" y="32004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engine - definition flotte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320040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200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2004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redige jour 1 par PMO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06640" y="320040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fin S2.04 (jeu 28/05)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3703320"/>
            <a:ext cx="54864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703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05840" y="370332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9728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WebSocket vampirise tests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3703320"/>
            <a:ext cx="9144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663440" y="3703320"/>
            <a:ext cx="274320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 strict 3 j puis parking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06640" y="3703320"/>
            <a:ext cx="1737360" cy="502920"/>
          </a:xfrm>
          <a:prstGeom prst="rect">
            <a:avLst/>
          </a:prstGeom>
          <a:solidFill>
            <a:srgbClr val="E8EFFB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06640" y="3703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S2.10 depasse 3 j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S2 - aiCEO v0.5  |  Kickoff 19/05/2026  |  9/12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S2 - 22,1 k EUR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 l'enveloppe v0.5 (110 k EUR). Marge S1 dogfood reinvestissable en risque ou S4.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 k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pour 2 semaines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v0.5 fin S2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 k / 110 k = 20 %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= 0 EUR (dogfood CEO)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417320"/>
            <a:ext cx="9144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fullstack (2 ETP)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16 200 EUR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1965960"/>
            <a:ext cx="91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DS (0,3 ETP)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2 430 EUR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2514600"/>
            <a:ext cx="91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(0,3 ETP)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2 430 EUR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3063240"/>
            <a:ext cx="91440" cy="45720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Claude (10 j)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EUR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0" y="3611880"/>
            <a:ext cx="91440" cy="4572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risque 5 %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611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1 050 EUR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55280" y="3611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S2 - aiCEO v0.5  |  Kickoff 19/05/2026  |  10/12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equipe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rituels recurrents + 1 mid-sprint + 1 demo finale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Lun-Ven 09:00 (15 min)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: hier / aujourd'hui / blocage. Pas de debat technique. PMO chronometre.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Mid-week point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4068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14:00 (15 min)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 courte sur dependances et blocages. Pas un daily bis.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check ExCom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28/05 (15 min)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Fey + PMO. Alerte si derive cumulee &gt;= 1 j. Decision plan B taches.html.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2C7A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246120"/>
            <a:ext cx="457200" cy="457200"/>
          </a:xfrm>
          <a:prstGeom prst="ellipse">
            <a:avLst/>
          </a:prstGeom>
          <a:solidFill>
            <a:srgbClr val="2C7A2C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retro fin de sprint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4068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C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 30/05 16:00 (45 min)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live sur localhost. Retro 30 min. Ouverture milestone S3.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S2 - aiCEO v0.5  |  Kickoff 19/05/2026  |  11/12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19/05  -  09:00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 va.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daily 09:00. Branche release/v0.5-s2 ouverte. 10 issues prets a coller.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337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release/v0.5-s2 + push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66744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6667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gh-create-issues-s2.ps1 (10 issues)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95928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995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equipe + acces GitHub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25112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325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Demarrage S2.01 + S2.03 (mardi)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 -  Sprint S2  -  Cockpit unifie + flux matin/soir + taches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S2 Kickoff - aiCEO v0.5</dc:title>
  <dc:subject>Cockpit unifie + flux matin/soir + taches</dc:subject>
  <dc:creator>Major Fey - aiCEO v0.5</dc:creator>
  <cp:lastModifiedBy>Major Fey - aiCEO v0.5</cp:lastModifiedBy>
  <cp:revision>1</cp:revision>
  <dcterms:created xsi:type="dcterms:W3CDTF">2026-04-25T08:27:14Z</dcterms:created>
  <dcterms:modified xsi:type="dcterms:W3CDTF">2026-04-25T08:27:14Z</dcterms:modified>
</cp:coreProperties>
</file>