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hebdo · Revues · Push live SSE · Outlook autosync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v0.5 · semaines 23-24 · 02/06 → 13/06/2026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— pilote · Équipe v0.5 (2 fullstack + 0,3 designer + 0,3 PMO)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on part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livré le 25/04 — branche release/v0.5-s2 → main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S2 closes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0604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286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sur la branche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60604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286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55/55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194560"/>
            <a:ext cx="260604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22860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—1.5 j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91540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time-box (spike SSE)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clés S2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live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 /api/cockpit/today)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matin + Evening soir + streak persistant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/ groupes / contacts + recherche globale + IA décisions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API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 exemples curl) +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SSE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 + endpoint /stream + 3 tests) — non câblé front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S3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piliers, 11 issues, 22,1 k€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hebdo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lun-dim + drag-drop tâches → due_at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01_app-web/agenda.html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46888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69480" y="2468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Rocks éditables + auto-draft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06_revues/index.html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live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front du bus prototypé S2.10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tab A → cockpit tab B sans F5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38912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57200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948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autosync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5303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schtasks 2 h + endpoint last-sync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lancement PowerShell manuel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— 2 pages migrées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app-web (localStorage) → MVP (API SQLite)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agenda.html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hebdo lun-dim Outlook + tâches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/api/events/week?with_tasks=true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Grille hebdo Twisty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Drag-drop tâche → jour (PATCH due_at)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Sélecteur semaine deep-link ?week=YYYY-Www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Drawer detail event (organisateur, attendees)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revues/index.html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Rocks + bilan auto-drafté + archives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/api/big-rocks (CRUD, max 3/sem)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/api/weekly-reviews (CRUD)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/weekly-reviews/:week/draft → Claude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Big Rocks éditables inline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Markdown éditable (auto-draft + valider)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Archives W17+ (lien 06_revues/*.md)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transverses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push live + automatiser le sync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SSE front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S2.10 a livré le bus + endpoint. S3 le branche au front.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tâche tab A → cockpit tab B reste figé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mutatrices émettent → bus → SSE → front re-fetch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&lt; 1 s sans F5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25 s (Zscaler-safe)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Reconnexion auto navigateur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486400" cy="4206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autosync 2 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lancement PowerShell manuel par le 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schtasks /create aiCEO-Outlook-Sync /sc HOURLY /mo 2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 scripts/import-outlook.ps1 toutes les 2 h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logs/outlook-sync.log (rotation 10 j)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introspection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/api/system/last-sync → {last_run, status, mails_in, events_in, errors}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alerte si &gt; 4 h sans sync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issues à ouvrir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S3.00 → S3.10 · charge totale 11,1 j-dev sur 20 j capacité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28600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19072" y="2286000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25712" y="228600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j-dev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05872" y="228600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615184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9072" y="2615184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S3 + alignement méthode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25712" y="261518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05872" y="261518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11064240" cy="329184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44368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2944368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events/week + weekly-reviews + big-rocks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25712" y="294436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05872" y="294436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273552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19072" y="3273552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agenda.html migré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25712" y="327355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05872" y="327355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602736"/>
            <a:ext cx="11064240" cy="329184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602736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19072" y="3602736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auto-draft revue Claude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25712" y="360273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05872" y="360273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393192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19072" y="3931920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revues/index.html migré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25712" y="393192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05872" y="393192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61104"/>
            <a:ext cx="11064240" cy="329184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4261104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19072" y="4261104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SSE front (cockpit + tâches)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25712" y="426110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05872" y="426110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590288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19072" y="4590288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autosync 2 h + endpoint last-sync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25712" y="459028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405872" y="459028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919472"/>
            <a:ext cx="11064240" cy="329184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" y="4919472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719072" y="4919472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parcours hebdo (P4)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25712" y="491947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405872" y="491947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" y="5248656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719072" y="5248656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extensions ≥ 65 verts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25712" y="524865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05872" y="524865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5577840"/>
            <a:ext cx="11064240" cy="329184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51" name="Text 49"/>
          <p:cNvSpPr/>
          <p:nvPr/>
        </p:nvSpPr>
        <p:spPr>
          <a:xfrm>
            <a:off x="621792" y="5577840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719072" y="5577840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API S3 + README MVP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125712" y="557784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405872" y="557784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" y="5907024"/>
            <a:ext cx="950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719072" y="5907024"/>
            <a:ext cx="7260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Service Windows (POC node-windows)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25712" y="590702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405872" y="590702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critères de fin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scellé vendredi 13/06 17:00 si tous verts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pages neuves accessibles (curl 200)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286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localStorage applicatif (grep)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drag-drop OK (e2e + SQL)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3063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Rocks max 3/sem (validation 400)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8404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Claude rubric ≥ 5/6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38404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live cockpit &lt; 1 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6177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autosync planifié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70916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461772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/api/system/last-sync structuré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48640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486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5394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≥ 65 verts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486400"/>
            <a:ext cx="411480" cy="4114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5486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5394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e2e P4 vert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daily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 ouvrés · daily 09:00 · demos 06/06 + 13/06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19456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01952" y="219456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99232" y="219456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56032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Lun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01952" y="256032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256032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+ 11 issues ouvertes · S3.00 ADR · S3.01 démarre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92608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Mar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01952" y="292608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9232" y="292608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S3.01 routes weekly-reviews · S3.02 squelette agenda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2918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Mer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01952" y="32918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329184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S3.01 fini · S3.02 drag-drop · synchro 14:00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65760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Jeu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01952" y="365760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99232" y="365760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S3.04 squelette revues + Big Rocks · S3.05 câblage SSE cockpit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402336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Ven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01952" y="402336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99232" y="402336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intermédiaire 16:00 · agenda + cockpit live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38912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 Lun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01952" y="438912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99232" y="438912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S3.03 auto-draft Claude · S3.05 cablage taches · S3.10 spike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75488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J7 Mar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01952" y="475488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99232" y="475488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S3.04 archives + UI éditeur · S3.06 schtasks + last-sync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51206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J8 Mer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01952" y="51206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99232" y="512064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ExCom · S3.07 e2e P4 · S3.08 tests unit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" y="548640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J9 Jeu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901952" y="548640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99232" y="548640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S3.09 doc API · S3.10 ADR · bug bash + polish UX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" y="585216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J10 Ven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01952" y="585216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99232" y="5852160"/>
            <a:ext cx="8540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finale 16:00 · retro · ouverture issues S4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risques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B + déclencheurs explicites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134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Schtasks droits admin (poste corp)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P0 IT ETIC J1 · fallback tâche utilisateur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Moy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4241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906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Claude faible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3375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itéré W14-W18 · rubric 6 critères ≥ 5/6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Moy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2416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86791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coupé par Zscaler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25 s · test J3 poste CEO · fallback polling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Faible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451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Edge legacy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892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arbitrage.html (S2.03) · vendre SortableJS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Faible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30352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422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0160" y="5349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Service Windows déborde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56692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1,5 j strict · ADR uniquement si dépassement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26880" y="5394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Moy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24160" y="5394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S3 = 22,1 k€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v0.5 à fin S3 : 66,3 k€ / 110 k€ → 60 %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S3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486400" cy="384048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fullstack (2 ETP)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26517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 k€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651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(0,3 ETP)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3063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 k€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486400" cy="384048"/>
          </a:xfrm>
          <a:prstGeom prst="rect">
            <a:avLst/>
          </a:prstGeom>
          <a:solidFill>
            <a:srgbClr val="F4F2E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74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(0,3 ETP)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4747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k€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4747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provision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886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k€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v0.5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6517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2743200"/>
            <a:ext cx="4023360" cy="20116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2743200"/>
            <a:ext cx="80833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269748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 k€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063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063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3154680"/>
            <a:ext cx="4023360" cy="20116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3154680"/>
            <a:ext cx="1616659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310896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 k€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474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4747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3566160"/>
            <a:ext cx="4023360" cy="20116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0960" y="3566160"/>
            <a:ext cx="2424989" cy="2011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352044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 k€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8862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66560" y="3886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80960" y="3977640"/>
            <a:ext cx="4023360" cy="20116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3977640"/>
            <a:ext cx="3233318" cy="2011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393192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 k€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2976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4297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80960" y="4389120"/>
            <a:ext cx="4023360" cy="20116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44" name="Shape 42"/>
          <p:cNvSpPr/>
          <p:nvPr/>
        </p:nvSpPr>
        <p:spPr>
          <a:xfrm>
            <a:off x="7680960" y="4389120"/>
            <a:ext cx="3635654" cy="2011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434340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 k€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4709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66560" y="4709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80960" y="4800600"/>
            <a:ext cx="4023360" cy="201168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49" name="Shape 47"/>
          <p:cNvSpPr/>
          <p:nvPr/>
        </p:nvSpPr>
        <p:spPr>
          <a:xfrm>
            <a:off x="7680960" y="4800600"/>
            <a:ext cx="4037990" cy="2011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7680960" y="475488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110.4 k€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S3 lègue à S4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glissement par rapport à SPEC §13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decisions · contacts · projects · groups · events · cockpit · arbitrage · evening · weekly-reviews · big-rocks ·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SSE prouvé en prod local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active push pour assistant.html (chat live) sans nouveau spike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frais à 2 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compte sur la fraîcheur du contexte agent IA pour les recos proactives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Service Windows + ADR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démarre directement sur l'install MSI / NSSM avec décision validée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Sprint S3 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lundi 02/06 09:00 · Demo intermédiaire 06/06 · Demo finale 13/06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3611880" cy="1554480"/>
          </a:xfrm>
          <a:prstGeom prst="rect">
            <a:avLst/>
          </a:prstGeom>
          <a:solidFill>
            <a:srgbClr val="2F3C7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2 pages + 2 chantiers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892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revues · SSE front · autosync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4206240"/>
            <a:ext cx="3611880" cy="1554480"/>
          </a:xfrm>
          <a:prstGeom prst="rect">
            <a:avLst/>
          </a:prstGeom>
          <a:solidFill>
            <a:srgbClr val="2F3C7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22,1 k€ confirmé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4892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enveloppe v0.5 consommée à fin S3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93024" y="4206240"/>
            <a:ext cx="3611880" cy="1554480"/>
          </a:xfrm>
          <a:prstGeom prst="rect">
            <a:avLst/>
          </a:prstGeom>
          <a:solidFill>
            <a:srgbClr val="2F3C7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critères acceptance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75904" y="48920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v0.5-s3 lundi 16/06 si tous verts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Fey · pilote aiCEO · 25/04/2026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aiCEO — Kickoff Sprint S3</dc:title>
  <dc:subject>Sprint S3 — Agenda + Revues + SSE + Outlook autosync</dc:subject>
  <dc:creator>Major Fey · ETIC Services</dc:creator>
  <cp:lastModifiedBy>Major Fey · ETIC Services</cp:lastModifiedBy>
  <cp:revision>1</cp:revision>
  <dcterms:created xsi:type="dcterms:W3CDTF">2026-04-25T12:40:29Z</dcterms:created>
  <dcterms:modified xsi:type="dcterms:W3CDTF">2026-04-25T12:40:29Z</dcterms:modified>
</cp:coreProperties>
</file>