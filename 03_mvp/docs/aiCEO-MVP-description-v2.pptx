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194560"/>
            <a:ext cx="7315200" cy="7315200"/>
          </a:xfrm>
          <a:prstGeom prst="ellipse">
            <a:avLst/>
          </a:prstGeom>
          <a:solidFill>
            <a:srgbClr val="6A4F9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E8604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description &amp; fonctionnalités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copilote exécutif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arbitre, délègue et vous rend vos soirées.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en marche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 tâches classées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926 mails injectés</a:t>
            </a:r>
            <a:pPr indent="0" marL="0">
              <a:buNone/>
            </a:pPr>
            <a:r>
              <a:rPr lang="en-US" sz="13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en réel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Feycoil Mouhoussoune · CEO ETIC Services · 24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AICEO EXISTE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jour où vous portez 40 dossiers, vous ne pouvez plus tout tenir.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réalité actuelle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dossiers actifs en parallèle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sociétés (ADABU · AMANI · ETIC), des mandats SCI, mission Mayotte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déborde, tout a l'air urgent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urgences se noient dans le bruit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déléguer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à tout porter soi-même, pas le temps de rédiger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Pensée visuelle non servie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classiques alignent des bullets, pas des arbitrages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408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virage aiCEO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9224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un dashboard de plus.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copilote qui décide avec vous — chaque matin, regarde tout le plat : tâches ouvertes, échéances, mails en retard, énergie du jour. Puis propose un plan en 3 colonnes : ce que vous faites, ce qui part aujourd'hui, ce qui peut glisser sans casse.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i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rendre une heure de décision claire par jour, et vos soirées.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DU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MVP sait faire dès aujourd'hui.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flux cousus en un cycle quotidien, 100 % local sur votre poste, Claude en renfort quand il faut arbitrer.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Arbitrage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lit toutes vos tâches ouvertes + vos mails des 30 derniers jours, puis propose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(3 max)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(2 max)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(tout le reste)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item a une raison en 1 phrase.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51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85216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Délégation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tâche déléguée, un clic génère un brouillon de mail prêt à envoyer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destinataire = interne (assistante)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reprend le fil email original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placeholders [À VÉRIFIER : xxx] pour ce qui reste à confirmer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21031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78240" y="2468880"/>
            <a:ext cx="822960" cy="82296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651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78408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784080" y="2834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Debrief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778240" y="356616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en fin de journée 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Fait / Partiel / Pas fait par tâche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humeur + note facultative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signal saturation si &gt; 70 % non fait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 la mémoire du copilote.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stack légère, tout reste sur votre poste.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LOCALES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+ projets + contacts + événements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emails-raw.json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74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Outlook 30 jours (COM · PS1)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648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9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filtré + projet inféré (bruit retiré)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123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team.json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interne pour routage délégation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599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arbitrages validés chaque matin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evenings.json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2760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debriefs du soir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2011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1945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5488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 · EXPRESS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434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 · port 4747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34340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/api/arbitrage      matin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434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/api/delegate       brouillon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4340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/api/delegate/save  archive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4340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/api/decide         persister plan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4340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/api/evening        debrief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434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/api/emails/summary stats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434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src/prompt.js  ·  llm.js  ·  drafts.js  ·  emails-context.js  ·  evening.js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321040" y="201168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CEAE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94560"/>
            <a:ext cx="365760" cy="3657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96112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5496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HTTPS + proxy corp si besoin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54964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appels par jour :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arbitrage  (~5k in / 2.5k out)
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brouillons (~1k in / 500 out)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5496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quotidien : </a:t>
            </a:r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1,5 ct / jour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54964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 sans clé API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complète, arbitrages pré-bakés)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886200" y="3749040"/>
            <a:ext cx="182880" cy="182880"/>
          </a:xfrm>
          <a:prstGeom prst="rtTriangle">
            <a:avLst/>
          </a:prstGeom>
          <a:solidFill>
            <a:srgbClr val="E8604C"/>
          </a:solidFill>
          <a:ln/>
        </p:spPr>
      </p:sp>
      <p:sp>
        <p:nvSpPr>
          <p:cNvPr id="38" name="Shape 34"/>
          <p:cNvSpPr/>
          <p:nvPr/>
        </p:nvSpPr>
        <p:spPr>
          <a:xfrm>
            <a:off x="8092440" y="3749040"/>
            <a:ext cx="182880" cy="182880"/>
          </a:xfrm>
          <a:prstGeom prst="rtTriangle">
            <a:avLst/>
          </a:prstGeom>
          <a:solidFill>
            <a:srgbClr val="E8604C"/>
          </a:solidFill>
          <a:ln/>
        </p:spPr>
      </p:sp>
      <p:sp>
        <p:nvSpPr>
          <p:cNvPr id="39" name="Text 3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privées : seules les tâches + stats mail agrégées sortent du poste. Aucun mail complet n'est envoyé à Claude.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1 · ARBITRAGE MATINAL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colonnes, 1 phrase par décision, 0 tâche perdue.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703320" cy="64008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Franklin honoraires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10 min · critical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Affejee (3ᵉ relance)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10 min · critical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425696"/>
            <a:ext cx="54864" cy="68580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256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Attestation notaire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27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 · 20 min · 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783080"/>
            <a:ext cx="3703320" cy="64008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709160" y="2651760"/>
            <a:ext cx="54864" cy="68580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CA Bretagne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Sikina · brouillon prêt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38728"/>
            <a:ext cx="54864" cy="68580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date BREEAM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Lamiae · 1 ligne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0" y="1783080"/>
            <a:ext cx="3703320" cy="44805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1783080"/>
            <a:ext cx="3703320" cy="64008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1874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9284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8641080" y="2651760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3" name="Text 31"/>
          <p:cNvSpPr/>
          <p:nvPr/>
        </p:nvSpPr>
        <p:spPr>
          <a:xfrm>
            <a:off x="877824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FF&amp;E — relecture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2953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25/04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41080" y="3538728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3538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Octroi de mer AMANI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3840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28/04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41080" y="4425696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0" y="44256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FEDER Mayotte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78240" y="4727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30/04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41080" y="5312664"/>
            <a:ext cx="54864" cy="68580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0" y="531266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autres tâches …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78240" y="56144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échelonnées 25/04 → 07/05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non négociables  </a:t>
            </a:r>
            <a:pPr indent="0" marL="0">
              <a:buNone/>
            </a:pPr>
            <a:r>
              <a:rPr lang="en-US" sz="10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≤ 3  ·  DÉLÉGUER ≤ 2  ·  REPORTER absorbe tout le reste  ·  une phrase / décision  ·  0 tâche perdue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2 · DÉLÉGATION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clic → un mail écrit pour vous, 80 % finalisé.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du brouillon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 = interne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membre d'équipe (Sikina, Lamiae…) qui traitera ensuite le tiers externe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 le fil original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l'objet du dernier mail reçu pour assurer la continuité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honnêtes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868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VÉRIFIER : montant exact] plutôt qu'inventer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2628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4480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chief-of-staff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6868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coach sportif, pas d'émojis, 3-4 phrases maxi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035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Archivable localement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6868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Enregistrer → drafts.json ; bouton Envoyer → mailto Outlook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035040" y="1691640"/>
            <a:ext cx="5669280" cy="4572000"/>
          </a:xfrm>
          <a:prstGeom prst="roundRect">
            <a:avLst>
              <a:gd name="adj" fmla="val 2400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9659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— tâche t1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: </a:t>
            </a:r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sikina@etic.yt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30936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</a:t>
            </a:r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J — Attestation Emprunteur signée → Marie Ansquer (CA Bretagne)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309360" y="3429000"/>
            <a:ext cx="5120640" cy="0"/>
          </a:xfrm>
          <a:prstGeom prst="line">
            <a:avLst/>
          </a:prstGeom>
          <a:noFill/>
          <a:ln w="9525">
            <a:solidFill>
              <a:srgbClr val="D9D2C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309360" y="35204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Sikina,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AMANI PROPERTIES / Contrat de Crédits CA Bretagne du 02/04/2026 — plusieurs relances en cours, urgence réelle.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compiler l'attestation emprunteur à jour [À VÉRIFIER : version signée en cours de validité] + les pièces justificatives des CPs associées [À VÉRIFIER : liste exacte des pièces à joindre], puis d'envoyer le tout aujourd'hui même à Marie Ansquer.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 fil « URGENT: AMANI PROPERTIES / Contrat de Crédits du 02/04/2026 ». Confirme-moi par retour que l'envoi est fait.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3 · BOUCLE DU SOIR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minutes pour clore — pas de coach, juste un miroir.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étape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debrief, le copilote ne voit pas si ses propositions du matin étaient justes. Sans debrief, vous ressortez le lendemain avec la même surcharge floue dans la tête.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du soir est courte, locale, sans LLM. Vous cochez, vous notez un mot, vous fermez.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qui remonte au matin suivant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fait : &gt; 70 % = sain, &lt; 30 % = saturation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chroniquement reportées : signal perfectionnisme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Humeur moyenne sur 5 jours : signal charge mentale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91440" cy="914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rappel culpabilisant, uniquement des faits lisibles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avril · debrief du jour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23317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Franklin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4160" y="240487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0" y="24048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88036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Affejee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24160" y="29535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2953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Attestation notaire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24160" y="350215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8604C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35021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Humeur en un mot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443484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détecté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fait 100 % · journée dense mais tenue. Aucun signal saturation.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DU CONTEXTE RÉEL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L'arbitrage sait ce qu'il y a dans votre Outlook.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sur 30 jours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017520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utiles conservés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6A4F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017520" y="3502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Outlook dépouillés (principal · ITH · LTM)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B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017520" y="4462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bruit filtrés (newsletters, alertes, cold-mails)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017520" y="5422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non lus — surfacés dans le prompt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0574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email →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75120" y="26974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69480" y="2697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fetch-outlook.ps1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2953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COM · Inbox + Sent · 3 stores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26948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normalize-emails.js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36393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bruit · inférence projet (domaine + contact)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75120" y="40690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6" name="Text 23"/>
          <p:cNvSpPr/>
          <p:nvPr/>
        </p:nvSpPr>
        <p:spPr>
          <a:xfrm>
            <a:off x="66751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26948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emails-context.js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69480" y="4325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global + signal par tâche (7 derniers jours)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75120" y="47548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69480" y="4754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prompt.js injection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69480" y="50109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voit : relances, non-lus, dernier sujet par tâche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675120" y="544068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4" name="Text 31"/>
          <p:cNvSpPr/>
          <p:nvPr/>
        </p:nvSpPr>
        <p:spPr>
          <a:xfrm>
            <a:off x="66751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269480" y="5440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Règle arbitrage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69480" y="5696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relances contact ≥ 2 → monte en FAIRE ou DÉLÉGUER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6A4F9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· 24 AVRIL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prototype a tourné sur les vrais dossiers.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tâches ouvertes · 7 sociétés · 926 mails · un aller-retour complet avec Claude Sonnet 4.6.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28/28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classées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100 %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2 / 23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3756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· DÉLÉG · REPORTER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respectés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arbitrage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5.2k in / 2.5k out tokens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2834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1,5 ct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91540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du cycle complet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4389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+ 2 brouillons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604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Claude a bien vu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 Franklin + Affejee + signature notaire en tête de FAIRE. Attestation CA Bretagne + BREEAM partis en délégation. Reste du portefeuille échelonné sur 25/04 → 07/05, sans perte.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AICEO COMPLET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app web fait déjà ces briques — le MVP doit les rejoindre.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MVP couvre le cœur battant : arbitrer, déléguer, clore la journée. L'app web statique (index · projets · groupes · revues · decisions · agenda · contacts · assistant) couvre une autre moitié — le portefeuille, l'hebdo et les rituels. Les deux briques doivent converger vers V1.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042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portefeuille &amp; projets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groupes.html + projets.html + 7 pages projet différenciées. Multi-société, coloration par groupe. Le MVP voit les projets mais ne les affiche jamais en vue d'ensemble.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210312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042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893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6634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hebdo + Big Rocks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revue-2026-Wxx.md + widget cockpit, 3 Big Rocks / semaine, cadence S+1. Le MVP est 100 % quotidien, aucun zoom hebdo.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321040" y="2103120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042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54964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décisions navigable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4964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decisions.html : page consultable, filtres, historique complet. Le MVP archive dans data/decisions.json mais n'expose pas de page dédiée.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995928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970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0312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7772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hebdo + copilote IA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7724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agenda.html (vue lun → dim) + assistant.html (copilote conversationnel). Le MVP n'a ni calendrier ni chat — il lit seulement les events pour le prompt.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434840" y="3995928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9709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8932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46634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rituels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6344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badges, toast d'encouragement, rituel fin de journée, messages de sérénité. Le MVP n'affiche qu'un signal saturation binaire.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321040" y="3995928"/>
            <a:ext cx="3657600" cy="1691640"/>
          </a:xfrm>
          <a:prstGeom prst="roundRect">
            <a:avLst>
              <a:gd name="adj" fmla="val 6486"/>
            </a:avLst>
          </a:prstGeom>
          <a:solidFill>
            <a:srgbClr val="F1ECF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9709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875520" y="4197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6A4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DANS L'APP WEB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854964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contacts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54964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contacts.html : cartes, recherche, filtres par projet. Le MVP résout les contacts pour les brouillons mais ne les expose pas en page navigable.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≈ 30-35 % du périmètre aiCEO.  </a:t>
            </a:r>
            <a:pPr indent="0" marL="0">
              <a:buNone/>
            </a:pPr>
            <a:r>
              <a:rPr lang="en-US" sz="1100" i="1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briques doivent converger : le MVP apporte la boucle décisionnelle pilotée par Claude, l'app web apporte le portefeuille et les rituels hebdo.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CONNUES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reste à traiter avant généralisation.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manuel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server.js à lancer à la main chaque matin · pas encore de lancement système au login.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Outlook ponctuel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34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PS1 doit être relancé pour rafraîchir les mails · pas encore de watcher automatique.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737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d'envoi natif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5496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'Envoyer' passe par mailto: qui ouvre Outlook · pas d'envoi direct depuis l'app.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d'apprentissage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ne retient pas encore vos patterns (reports chroniques, perfectionnisme, tâches jamais faites).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4348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97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634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multi-profil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6634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pour un CEO. Pas encore de vue équipe ni de partage d'arbitrages entre vous et votre assistante.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321040" y="406908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297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496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historique partielle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54964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drafts et debriefs sont archivés mais pas encore une page /archives navigable.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ET AU-DELÀ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peut être ajouté — par ordre de valeur.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MVP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automatique au login Windows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Outlook toutes les 2 h (scheduled task)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système 8h45 + silence week-end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/archives drafts + debriefs navigable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natif via Microsoft Graph (fin des mailto:)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37360"/>
            <a:ext cx="3657600" cy="548640"/>
          </a:xfrm>
          <a:prstGeom prst="rect">
            <a:avLst/>
          </a:prstGeom>
          <a:solidFill>
            <a:srgbClr val="6A4F9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Copilote qui apprend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des patterns (reports chroniques, perfectionnisme)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proactives : 'Bénédicte vous a relancé 3 fois'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anti-surchauffe (signal charge mentale sur 5 j)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hebdomadaire — Big Rocks S+1 dans le cockpit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coach : détecte les tâches mal formulées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737360"/>
            <a:ext cx="3657600" cy="548640"/>
          </a:xfrm>
          <a:prstGeom prst="rect">
            <a:avLst/>
          </a:prstGeom>
          <a:solidFill>
            <a:srgbClr val="E8B54C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 + visualisation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arbitrages Feycoil ↔ assistante (workflow 2 rôles)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portefeuille multi-société en pensée visuelle native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Teams + SharePoint + calendrier unifié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voix pour l'arbitrage matinal (dictée)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(lecture + validation, pas édition)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24 avril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6A4F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572000"/>
            <a:ext cx="4572000" cy="4572000"/>
          </a:xfrm>
          <a:prstGeom prst="ellipse">
            <a:avLst/>
          </a:prstGeom>
          <a:solidFill>
            <a:srgbClr val="E8604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COMMENCER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Demain matin, 8h45.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89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lance, on observe, on ajuste.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6984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 →  http://localhost:4747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Lancer l'arbitrage »  (10 s en démo, 40 s en réel)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892040"/>
            <a:ext cx="411480" cy="41148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892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892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si besoin, puis bouton « Valider l'arbitrage 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MVP · v0.4 · code sur votre poste · documentation dans mvp/README.md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MVP — description &amp; fonctionnalités</dc:title>
  <dc:subject>PptxGenJS Presentation</dc:subject>
  <dc:creator>Copilote aiCEO</dc:creator>
  <cp:lastModifiedBy>Copilote aiCEO</cp:lastModifiedBy>
  <cp:revision>1</cp:revision>
  <dcterms:created xsi:type="dcterms:W3CDTF">2026-04-24T05:40:46Z</dcterms:created>
  <dcterms:modified xsi:type="dcterms:W3CDTF">2026-04-24T05:40:46Z</dcterms:modified>
</cp:coreProperties>
</file>